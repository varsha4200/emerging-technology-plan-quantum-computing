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Emerging Technology Plan: Quantum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2400" dirty="0" err="1"/>
              <a:t>Varshaben</a:t>
            </a:r>
            <a:r>
              <a:rPr sz="2400" dirty="0"/>
              <a:t> Chaudhary</a:t>
            </a:r>
          </a:p>
          <a:p>
            <a:r>
              <a:rPr sz="2400" dirty="0"/>
              <a:t>Cumberland University</a:t>
            </a:r>
          </a:p>
          <a:p>
            <a:r>
              <a:rPr sz="2400" dirty="0"/>
              <a:t>ITM5400 – Emerging Technology</a:t>
            </a:r>
          </a:p>
          <a:p>
            <a:r>
              <a:rPr sz="2400" dirty="0"/>
              <a:t>Instructor: Dr. </a:t>
            </a:r>
            <a:r>
              <a:rPr sz="2400" dirty="0" err="1"/>
              <a:t>Esona</a:t>
            </a:r>
            <a:r>
              <a:rPr sz="2400" dirty="0"/>
              <a:t> </a:t>
            </a:r>
            <a:r>
              <a:rPr sz="2400" dirty="0" err="1"/>
              <a:t>Fomuso</a:t>
            </a:r>
            <a:endParaRPr sz="2400" dirty="0"/>
          </a:p>
          <a:p>
            <a:r>
              <a:rPr sz="2400" dirty="0"/>
              <a:t>Date: November 23, 2025</a:t>
            </a:r>
          </a:p>
          <a:p>
            <a:r>
              <a:rPr sz="2400" dirty="0"/>
              <a:t>ITM5400EXB01_Chaudhary_Varshaben_Week7_Assignment1-1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Quantum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Uses qubits for parallel computation</a:t>
            </a:r>
          </a:p>
          <a:p>
            <a:r>
              <a:t>Supports complex simulations</a:t>
            </a:r>
          </a:p>
          <a:p>
            <a:r>
              <a:t>Transforming finance, healthcare</a:t>
            </a:r>
          </a:p>
          <a:p>
            <a:r>
              <a:t>Enables new cryptography models</a:t>
            </a:r>
          </a:p>
          <a:p>
            <a:r>
              <a:t>High performance potential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Research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Superior performance for simulations</a:t>
            </a:r>
          </a:p>
          <a:p>
            <a:r>
              <a:t>Scalability challenges with qubits</a:t>
            </a:r>
          </a:p>
          <a:p>
            <a:r>
              <a:t>Security implications for encryption</a:t>
            </a:r>
          </a:p>
          <a:p>
            <a:r>
              <a:t>Long-term high ROI potential</a:t>
            </a:r>
          </a:p>
          <a:p>
            <a:r>
              <a:t>Industry growth projected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Financial risk modeling</a:t>
            </a:r>
          </a:p>
          <a:p>
            <a:r>
              <a:t>Portfolio optimization</a:t>
            </a:r>
          </a:p>
          <a:p>
            <a:r>
              <a:t>Drug discovery</a:t>
            </a:r>
          </a:p>
          <a:p>
            <a:r>
              <a:t>Logistics optimization</a:t>
            </a:r>
          </a:p>
          <a:p>
            <a:r>
              <a:t>Cryptography transition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JPMorgan &amp; IBM Quantum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Partnership began 2020</a:t>
            </a:r>
          </a:p>
          <a:p>
            <a:r>
              <a:t>Focus on financial simulations</a:t>
            </a:r>
          </a:p>
          <a:p>
            <a:r>
              <a:t>Hybrid-cloud model access</a:t>
            </a:r>
          </a:p>
          <a:p>
            <a:r>
              <a:t>Quantum-safe cryptography prep</a:t>
            </a:r>
          </a:p>
          <a:p>
            <a:r>
              <a:t>Improved modeling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Risk, 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Threatens current encryption</a:t>
            </a:r>
          </a:p>
          <a:p>
            <a:r>
              <a:t>Requires quantum-safe methods</a:t>
            </a:r>
          </a:p>
          <a:p>
            <a:r>
              <a:t>High implementation cost</a:t>
            </a:r>
          </a:p>
          <a:p>
            <a:r>
              <a:t>Talent skill gaps</a:t>
            </a:r>
          </a:p>
          <a:p>
            <a:r>
              <a:t>Regulatory concerns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Cloud quantum access growing</a:t>
            </a:r>
          </a:p>
          <a:p>
            <a:r>
              <a:t>Qubit stability improving</a:t>
            </a:r>
          </a:p>
          <a:p>
            <a:r>
              <a:t>New architectures emerging</a:t>
            </a:r>
          </a:p>
          <a:p>
            <a:r>
              <a:t>Projected multi-industry adoption</a:t>
            </a:r>
          </a:p>
          <a:p>
            <a:r>
              <a:t>High long-term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 &amp; Maintenance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Invest in talent development</a:t>
            </a:r>
          </a:p>
          <a:p>
            <a:r>
              <a:t>Use hybrid-cloud quantum model</a:t>
            </a:r>
          </a:p>
          <a:p>
            <a:r>
              <a:t>Adopt NIST post-quantum standards</a:t>
            </a:r>
          </a:p>
          <a:p>
            <a:r>
              <a:t>Continuous performance testing</a:t>
            </a:r>
          </a:p>
          <a:p>
            <a:r>
              <a:t>Vendor partnerships essential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Lessons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Adopt pilot-first strategy</a:t>
            </a:r>
          </a:p>
          <a:p>
            <a:r>
              <a:t>Plan crypto transition early</a:t>
            </a:r>
          </a:p>
          <a:p>
            <a:r>
              <a:t>Measure KPIs regularly</a:t>
            </a:r>
          </a:p>
          <a:p>
            <a:r>
              <a:t>Invest in R&amp;D ecosystem</a:t>
            </a:r>
          </a:p>
          <a:p>
            <a:r>
              <a:t>Gradually scale workloads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Deloitte (2024)</a:t>
            </a:r>
          </a:p>
          <a:p>
            <a:r>
              <a:t>IBM (2025)</a:t>
            </a:r>
          </a:p>
          <a:p>
            <a:r>
              <a:t>McKinsey (2025)</a:t>
            </a:r>
          </a:p>
          <a:p>
            <a:r>
              <a:t>NIST (2023)</a:t>
            </a:r>
          </a:p>
          <a:p>
            <a:r>
              <a:t>Kratochvil (2025)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219</Words>
  <Application>Microsoft Office PowerPoint</Application>
  <PresentationFormat>On-screen Show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Emerging Technology Plan: Quantum Computing</vt:lpstr>
      <vt:lpstr>Overview of Quantum Computing</vt:lpstr>
      <vt:lpstr>Key Research Findings</vt:lpstr>
      <vt:lpstr>Industry Applications</vt:lpstr>
      <vt:lpstr>Case Study: JPMorgan &amp; IBM Quantum</vt:lpstr>
      <vt:lpstr>Risk, Security &amp; Compliance</vt:lpstr>
      <vt:lpstr>Scalability Potential</vt:lpstr>
      <vt:lpstr>Sustainability &amp; Maintenance Plan</vt:lpstr>
      <vt:lpstr>Key Lessons &amp; Recommendations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varsha chaudhary</cp:lastModifiedBy>
  <cp:revision>2</cp:revision>
  <dcterms:created xsi:type="dcterms:W3CDTF">2013-01-27T09:14:16Z</dcterms:created>
  <dcterms:modified xsi:type="dcterms:W3CDTF">2025-11-22T21:03:44Z</dcterms:modified>
  <cp:category/>
</cp:coreProperties>
</file>